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0A8C-2F41-4E78-A50C-E3495ACC1A93}" type="datetimeFigureOut">
              <a:rPr lang="en-US" smtClean="0"/>
              <a:pPr/>
              <a:t>5/19/2024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B32C-8C6A-4E26-8627-51DE9D1207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0A8C-2F41-4E78-A50C-E3495ACC1A93}" type="datetimeFigureOut">
              <a:rPr lang="en-US" smtClean="0"/>
              <a:pPr/>
              <a:t>5/19/2024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B32C-8C6A-4E26-8627-51DE9D1207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0A8C-2F41-4E78-A50C-E3495ACC1A93}" type="datetimeFigureOut">
              <a:rPr lang="en-US" smtClean="0"/>
              <a:pPr/>
              <a:t>5/19/2024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B32C-8C6A-4E26-8627-51DE9D1207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0A8C-2F41-4E78-A50C-E3495ACC1A93}" type="datetimeFigureOut">
              <a:rPr lang="en-US" smtClean="0"/>
              <a:pPr/>
              <a:t>5/19/2024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B32C-8C6A-4E26-8627-51DE9D1207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0A8C-2F41-4E78-A50C-E3495ACC1A93}" type="datetimeFigureOut">
              <a:rPr lang="en-US" smtClean="0"/>
              <a:pPr/>
              <a:t>5/19/2024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B32C-8C6A-4E26-8627-51DE9D1207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0A8C-2F41-4E78-A50C-E3495ACC1A93}" type="datetimeFigureOut">
              <a:rPr lang="en-US" smtClean="0"/>
              <a:pPr/>
              <a:t>5/19/2024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B32C-8C6A-4E26-8627-51DE9D1207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0A8C-2F41-4E78-A50C-E3495ACC1A93}" type="datetimeFigureOut">
              <a:rPr lang="en-US" smtClean="0"/>
              <a:pPr/>
              <a:t>5/19/2024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B32C-8C6A-4E26-8627-51DE9D1207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0A8C-2F41-4E78-A50C-E3495ACC1A93}" type="datetimeFigureOut">
              <a:rPr lang="en-US" smtClean="0"/>
              <a:pPr/>
              <a:t>5/19/2024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B32C-8C6A-4E26-8627-51DE9D1207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0A8C-2F41-4E78-A50C-E3495ACC1A93}" type="datetimeFigureOut">
              <a:rPr lang="en-US" smtClean="0"/>
              <a:pPr/>
              <a:t>5/19/2024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B32C-8C6A-4E26-8627-51DE9D1207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0A8C-2F41-4E78-A50C-E3495ACC1A93}" type="datetimeFigureOut">
              <a:rPr lang="en-US" smtClean="0"/>
              <a:pPr/>
              <a:t>5/19/2024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B32C-8C6A-4E26-8627-51DE9D1207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0A8C-2F41-4E78-A50C-E3495ACC1A93}" type="datetimeFigureOut">
              <a:rPr lang="en-US" smtClean="0"/>
              <a:pPr/>
              <a:t>5/19/2024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B32C-8C6A-4E26-8627-51DE9D1207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E0A8C-2F41-4E78-A50C-E3495ACC1A93}" type="datetimeFigureOut">
              <a:rPr lang="en-US" smtClean="0"/>
              <a:pPr/>
              <a:t>5/19/2024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1B32C-8C6A-4E26-8627-51DE9D12074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0"/>
            <a:ext cx="8763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1.</a:t>
            </a:r>
            <a:r>
              <a:rPr lang="en-GB" dirty="0"/>
              <a:t> Write a program in C to store elements in an array and print them.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Test Data 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Input 10 elements in the array 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element - 0 : 1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element - 1 : 1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element - 2 : 2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.......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i="1" dirty="0"/>
              <a:t>Expected Output</a:t>
            </a:r>
            <a:r>
              <a:rPr lang="en-GB" dirty="0"/>
              <a:t> 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Elements in array are: 1 1 2 3 4 5 6 7 8 9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0" y="609600"/>
            <a:ext cx="3629025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2762250"/>
            <a:ext cx="4295775" cy="409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1"/>
            <a:ext cx="89154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2.</a:t>
            </a:r>
            <a:r>
              <a:rPr lang="en-GB" dirty="0"/>
              <a:t> Write a program in C to read n number of values in an array and display them in reverse order.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Test Data 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Input the number of elements to store in the array :3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Input 3 number of elements in the array 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element - 0 : 2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element - 1 : 5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element - 2 : 7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i="1" dirty="0"/>
              <a:t>Expected Output</a:t>
            </a:r>
            <a:r>
              <a:rPr lang="en-GB" dirty="0"/>
              <a:t> 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The values store into the array are 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2 5 7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The values store into the array in reverse are 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7 5 2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3999" y="762000"/>
            <a:ext cx="3540265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3810000"/>
            <a:ext cx="4572000" cy="287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1"/>
            <a:ext cx="8763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3.</a:t>
            </a:r>
            <a:r>
              <a:rPr lang="en-GB" dirty="0"/>
              <a:t> Write a program in C to find the sum of all elements of the array.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Test Data 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Input the number of elements to be stored in the array :3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Input 3 elements in the array 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element - 0 : 2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element - 1 : 5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element - 2 : 8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i="1" dirty="0"/>
              <a:t>Expected Output</a:t>
            </a:r>
            <a:r>
              <a:rPr lang="en-GB" dirty="0"/>
              <a:t> 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Sum of all elements stored in the array is : 15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1200" y="914399"/>
            <a:ext cx="3271157" cy="5846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003600"/>
            <a:ext cx="5105400" cy="365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52401"/>
            <a:ext cx="8839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4.</a:t>
            </a:r>
            <a:r>
              <a:rPr lang="en-GB" dirty="0"/>
              <a:t> Write a program in C to copy the elements of one array into another array.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Test Data 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Input the number of elements to be stored in the array :3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Input 3 elements in the array 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element - 0 : 15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element - 1 : 10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element - 2 : 12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i="1" dirty="0"/>
              <a:t>Expected Output</a:t>
            </a:r>
            <a:r>
              <a:rPr lang="en-GB" dirty="0"/>
              <a:t> 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The elements stored in the first array are 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15 10 12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The elements copied into the second array are 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15 10 12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1200" y="838200"/>
            <a:ext cx="33528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457339"/>
            <a:ext cx="5105400" cy="3430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0"/>
            <a:ext cx="8305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 Write a program in C to count the total number of duplicate elements in an array.</a:t>
            </a:r>
            <a:br>
              <a:rPr lang="en-GB" dirty="0" smtClean="0"/>
            </a:br>
            <a:r>
              <a:rPr lang="en-GB" dirty="0" smtClean="0"/>
              <a:t>Test Data :</a:t>
            </a:r>
            <a:br>
              <a:rPr lang="en-GB" dirty="0" smtClean="0"/>
            </a:br>
            <a:r>
              <a:rPr lang="en-GB" dirty="0" smtClean="0"/>
              <a:t>Input the number of elements to be stored in the array :3</a:t>
            </a:r>
            <a:br>
              <a:rPr lang="en-GB" dirty="0" smtClean="0"/>
            </a:br>
            <a:r>
              <a:rPr lang="en-GB" dirty="0" smtClean="0"/>
              <a:t>Input 3 elements in the array :</a:t>
            </a:r>
            <a:br>
              <a:rPr lang="en-GB" dirty="0" smtClean="0"/>
            </a:br>
            <a:r>
              <a:rPr lang="en-GB" dirty="0" smtClean="0"/>
              <a:t>element - 0 : 5</a:t>
            </a:r>
            <a:br>
              <a:rPr lang="en-GB" dirty="0" smtClean="0"/>
            </a:br>
            <a:r>
              <a:rPr lang="en-GB" dirty="0" smtClean="0"/>
              <a:t>element - 1 : 1</a:t>
            </a:r>
            <a:br>
              <a:rPr lang="en-GB" dirty="0" smtClean="0"/>
            </a:br>
            <a:r>
              <a:rPr lang="en-GB" dirty="0" smtClean="0"/>
              <a:t>element - 2 : 1</a:t>
            </a:r>
            <a:br>
              <a:rPr lang="en-GB" dirty="0" smtClean="0"/>
            </a:br>
            <a:r>
              <a:rPr lang="en-GB" i="1" dirty="0" smtClean="0"/>
              <a:t>Expected Output</a:t>
            </a:r>
            <a:r>
              <a:rPr lang="en-GB" dirty="0" smtClean="0"/>
              <a:t> :</a:t>
            </a:r>
            <a:br>
              <a:rPr lang="en-GB" dirty="0" smtClean="0"/>
            </a:br>
            <a:r>
              <a:rPr lang="en-GB" dirty="0" smtClean="0"/>
              <a:t>Total number of duplicate elements found in the array is : 1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3600" y="533400"/>
            <a:ext cx="32004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590800"/>
            <a:ext cx="5715000" cy="3848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/>
              <a:t>6.</a:t>
            </a:r>
            <a:r>
              <a:rPr lang="en-GB" dirty="0" smtClean="0"/>
              <a:t> Write a program in C to print all unique elements in an array.</a:t>
            </a:r>
            <a:br>
              <a:rPr lang="en-GB" dirty="0" smtClean="0"/>
            </a:br>
            <a:r>
              <a:rPr lang="en-GB" dirty="0" smtClean="0"/>
              <a:t>Test Data :</a:t>
            </a:r>
            <a:br>
              <a:rPr lang="en-GB" dirty="0" smtClean="0"/>
            </a:br>
            <a:r>
              <a:rPr lang="en-GB" dirty="0" smtClean="0"/>
              <a:t>Print all unique elements of an array:</a:t>
            </a:r>
            <a:br>
              <a:rPr lang="en-GB" dirty="0" smtClean="0"/>
            </a:br>
            <a:r>
              <a:rPr lang="en-GB" dirty="0" smtClean="0"/>
              <a:t>------------------------------------------</a:t>
            </a:r>
            <a:br>
              <a:rPr lang="en-GB" dirty="0" smtClean="0"/>
            </a:br>
            <a:r>
              <a:rPr lang="en-GB" dirty="0" smtClean="0"/>
              <a:t>Input the number of elements to be stored in the array: 4</a:t>
            </a:r>
            <a:br>
              <a:rPr lang="en-GB" dirty="0" smtClean="0"/>
            </a:br>
            <a:r>
              <a:rPr lang="en-GB" dirty="0" smtClean="0"/>
              <a:t>Input 4 elements in the array :</a:t>
            </a:r>
            <a:br>
              <a:rPr lang="en-GB" dirty="0" smtClean="0"/>
            </a:br>
            <a:r>
              <a:rPr lang="en-GB" dirty="0" smtClean="0"/>
              <a:t>element - 0 : 3</a:t>
            </a:r>
            <a:br>
              <a:rPr lang="en-GB" dirty="0" smtClean="0"/>
            </a:br>
            <a:r>
              <a:rPr lang="en-GB" dirty="0" smtClean="0"/>
              <a:t>element - 1 : 2</a:t>
            </a:r>
            <a:br>
              <a:rPr lang="en-GB" dirty="0" smtClean="0"/>
            </a:br>
            <a:r>
              <a:rPr lang="en-GB" dirty="0" smtClean="0"/>
              <a:t>element - 2 : 2</a:t>
            </a:r>
            <a:br>
              <a:rPr lang="en-GB" dirty="0" smtClean="0"/>
            </a:br>
            <a:r>
              <a:rPr lang="en-GB" dirty="0" smtClean="0"/>
              <a:t>element - 3 : 5</a:t>
            </a:r>
            <a:br>
              <a:rPr lang="en-GB" dirty="0" smtClean="0"/>
            </a:br>
            <a:r>
              <a:rPr lang="en-GB" i="1" dirty="0" smtClean="0"/>
              <a:t>Expected Output</a:t>
            </a:r>
            <a:r>
              <a:rPr lang="en-GB" dirty="0" smtClean="0"/>
              <a:t> :</a:t>
            </a:r>
            <a:br>
              <a:rPr lang="en-GB" dirty="0" smtClean="0"/>
            </a:br>
            <a:r>
              <a:rPr lang="en-GB" dirty="0" smtClean="0"/>
              <a:t>The unique elements found in the array are:</a:t>
            </a:r>
            <a:br>
              <a:rPr lang="en-GB" dirty="0" smtClean="0"/>
            </a:br>
            <a:r>
              <a:rPr lang="en-GB" dirty="0" smtClean="0"/>
              <a:t>3 5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429001"/>
            <a:ext cx="8229599" cy="3262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1"/>
            <a:ext cx="8534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/>
              <a:t>7.</a:t>
            </a:r>
            <a:r>
              <a:rPr lang="en-GB" dirty="0" smtClean="0"/>
              <a:t> Write a program in C to merge two arrays of the same size sorted in descending order.</a:t>
            </a:r>
            <a:br>
              <a:rPr lang="en-GB" dirty="0" smtClean="0"/>
            </a:br>
            <a:r>
              <a:rPr lang="en-GB" dirty="0" smtClean="0"/>
              <a:t>Test Data :</a:t>
            </a:r>
            <a:br>
              <a:rPr lang="en-GB" dirty="0" smtClean="0"/>
            </a:br>
            <a:r>
              <a:rPr lang="en-GB" dirty="0" smtClean="0"/>
              <a:t>Input the number of elements to be stored in the first array :3</a:t>
            </a:r>
            <a:br>
              <a:rPr lang="en-GB" dirty="0" smtClean="0"/>
            </a:br>
            <a:r>
              <a:rPr lang="en-GB" dirty="0" smtClean="0"/>
              <a:t>Input 3 elements in the array :</a:t>
            </a:r>
            <a:br>
              <a:rPr lang="en-GB" dirty="0" smtClean="0"/>
            </a:br>
            <a:r>
              <a:rPr lang="en-GB" dirty="0" smtClean="0"/>
              <a:t>element - 0 : 1</a:t>
            </a:r>
            <a:br>
              <a:rPr lang="en-GB" dirty="0" smtClean="0"/>
            </a:br>
            <a:r>
              <a:rPr lang="en-GB" dirty="0" smtClean="0"/>
              <a:t>element - 1 : 2</a:t>
            </a:r>
            <a:br>
              <a:rPr lang="en-GB" dirty="0" smtClean="0"/>
            </a:br>
            <a:r>
              <a:rPr lang="en-GB" dirty="0" smtClean="0"/>
              <a:t>element - 2 : 3</a:t>
            </a:r>
            <a:br>
              <a:rPr lang="en-GB" dirty="0" smtClean="0"/>
            </a:br>
            <a:r>
              <a:rPr lang="en-GB" dirty="0" smtClean="0"/>
              <a:t>Input the number of elements to be stored in the second array :3</a:t>
            </a:r>
            <a:br>
              <a:rPr lang="en-GB" dirty="0" smtClean="0"/>
            </a:br>
            <a:r>
              <a:rPr lang="en-GB" dirty="0" smtClean="0"/>
              <a:t>Input 3 elements in the array :</a:t>
            </a:r>
            <a:br>
              <a:rPr lang="en-GB" dirty="0" smtClean="0"/>
            </a:br>
            <a:r>
              <a:rPr lang="en-GB" dirty="0" smtClean="0"/>
              <a:t>element - 0 : 1</a:t>
            </a:r>
            <a:br>
              <a:rPr lang="en-GB" dirty="0" smtClean="0"/>
            </a:br>
            <a:r>
              <a:rPr lang="en-GB" dirty="0" smtClean="0"/>
              <a:t>element - 1 : 2</a:t>
            </a:r>
            <a:br>
              <a:rPr lang="en-GB" dirty="0" smtClean="0"/>
            </a:br>
            <a:r>
              <a:rPr lang="en-GB" dirty="0" smtClean="0"/>
              <a:t>element - 2 : 3</a:t>
            </a:r>
            <a:br>
              <a:rPr lang="en-GB" dirty="0" smtClean="0"/>
            </a:br>
            <a:r>
              <a:rPr lang="en-GB" i="1" dirty="0" smtClean="0"/>
              <a:t>Expected Output</a:t>
            </a:r>
            <a:r>
              <a:rPr lang="en-GB" dirty="0" smtClean="0"/>
              <a:t> :</a:t>
            </a:r>
            <a:br>
              <a:rPr lang="en-GB" dirty="0" smtClean="0"/>
            </a:br>
            <a:r>
              <a:rPr lang="en-GB" dirty="0" smtClean="0"/>
              <a:t>The merged array in </a:t>
            </a:r>
            <a:r>
              <a:rPr lang="en-GB" dirty="0" err="1" smtClean="0"/>
              <a:t>decending</a:t>
            </a:r>
            <a:r>
              <a:rPr lang="en-GB" dirty="0" smtClean="0"/>
              <a:t> order is :</a:t>
            </a:r>
            <a:br>
              <a:rPr lang="en-GB" dirty="0" smtClean="0"/>
            </a:br>
            <a:r>
              <a:rPr lang="en-GB" dirty="0" smtClean="0"/>
              <a:t>3 3 2 2 1 1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4150714"/>
            <a:ext cx="7696200" cy="2707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" y="1"/>
            <a:ext cx="8991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/>
              <a:t>8.</a:t>
            </a:r>
            <a:r>
              <a:rPr lang="en-GB" dirty="0" smtClean="0"/>
              <a:t> Write a program in C to count the frequency of each element of an array.</a:t>
            </a:r>
            <a:br>
              <a:rPr lang="en-GB" dirty="0" smtClean="0"/>
            </a:br>
            <a:r>
              <a:rPr lang="en-GB" dirty="0" smtClean="0"/>
              <a:t>Test Data :</a:t>
            </a:r>
            <a:br>
              <a:rPr lang="en-GB" dirty="0" smtClean="0"/>
            </a:br>
            <a:r>
              <a:rPr lang="en-GB" dirty="0" smtClean="0"/>
              <a:t>Input the number of elements to be stored in the array :3</a:t>
            </a:r>
            <a:br>
              <a:rPr lang="en-GB" dirty="0" smtClean="0"/>
            </a:br>
            <a:r>
              <a:rPr lang="en-GB" dirty="0" smtClean="0"/>
              <a:t>Input 3 elements in the array :</a:t>
            </a:r>
            <a:br>
              <a:rPr lang="en-GB" dirty="0" smtClean="0"/>
            </a:br>
            <a:r>
              <a:rPr lang="en-GB" dirty="0" smtClean="0"/>
              <a:t>element - 0 : 25</a:t>
            </a:r>
            <a:br>
              <a:rPr lang="en-GB" dirty="0" smtClean="0"/>
            </a:br>
            <a:r>
              <a:rPr lang="en-GB" dirty="0" smtClean="0"/>
              <a:t>element - 1 : 12</a:t>
            </a:r>
            <a:br>
              <a:rPr lang="en-GB" dirty="0" smtClean="0"/>
            </a:br>
            <a:r>
              <a:rPr lang="en-GB" dirty="0" smtClean="0"/>
              <a:t>element - 2 : 43</a:t>
            </a:r>
            <a:br>
              <a:rPr lang="en-GB" dirty="0" smtClean="0"/>
            </a:br>
            <a:r>
              <a:rPr lang="en-GB" i="1" dirty="0" smtClean="0"/>
              <a:t>Expected Output</a:t>
            </a:r>
            <a:r>
              <a:rPr lang="en-GB" dirty="0" smtClean="0"/>
              <a:t> :</a:t>
            </a:r>
            <a:br>
              <a:rPr lang="en-GB" dirty="0" smtClean="0"/>
            </a:br>
            <a:r>
              <a:rPr lang="en-GB" dirty="0" smtClean="0"/>
              <a:t>The frequency of all elements of an array :</a:t>
            </a:r>
            <a:br>
              <a:rPr lang="en-GB" dirty="0" smtClean="0"/>
            </a:br>
            <a:r>
              <a:rPr lang="en-GB" dirty="0" smtClean="0"/>
              <a:t>25 occurs 1 times</a:t>
            </a:r>
            <a:br>
              <a:rPr lang="en-GB" dirty="0" smtClean="0"/>
            </a:br>
            <a:r>
              <a:rPr lang="en-GB" dirty="0" smtClean="0"/>
              <a:t>12 occurs 1 times</a:t>
            </a:r>
            <a:br>
              <a:rPr lang="en-GB" dirty="0" smtClean="0"/>
            </a:br>
            <a:r>
              <a:rPr lang="en-GB" dirty="0" smtClean="0"/>
              <a:t>43 occurs 1 times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505200"/>
            <a:ext cx="8839200" cy="316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915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/>
              <a:t>9.</a:t>
            </a:r>
            <a:r>
              <a:rPr lang="en-GB" dirty="0" smtClean="0"/>
              <a:t> Write a program in C to find the maximum and minimum elements in an array.</a:t>
            </a:r>
            <a:br>
              <a:rPr lang="en-GB" dirty="0" smtClean="0"/>
            </a:br>
            <a:r>
              <a:rPr lang="en-GB" dirty="0" smtClean="0"/>
              <a:t>Test Data :</a:t>
            </a:r>
            <a:br>
              <a:rPr lang="en-GB" dirty="0" smtClean="0"/>
            </a:br>
            <a:r>
              <a:rPr lang="en-GB" dirty="0" smtClean="0"/>
              <a:t>Input the number of elements to be stored in the array :3</a:t>
            </a:r>
            <a:br>
              <a:rPr lang="en-GB" dirty="0" smtClean="0"/>
            </a:br>
            <a:r>
              <a:rPr lang="en-GB" dirty="0" smtClean="0"/>
              <a:t>Input 3 elements in the array :</a:t>
            </a:r>
            <a:br>
              <a:rPr lang="en-GB" dirty="0" smtClean="0"/>
            </a:br>
            <a:r>
              <a:rPr lang="en-GB" dirty="0" smtClean="0"/>
              <a:t>element - 0 : 45</a:t>
            </a:r>
            <a:br>
              <a:rPr lang="en-GB" dirty="0" smtClean="0"/>
            </a:br>
            <a:r>
              <a:rPr lang="en-GB" dirty="0" smtClean="0"/>
              <a:t>element - 1 : 25</a:t>
            </a:r>
            <a:br>
              <a:rPr lang="en-GB" dirty="0" smtClean="0"/>
            </a:br>
            <a:r>
              <a:rPr lang="en-GB" dirty="0" smtClean="0"/>
              <a:t>element - 2 : 21</a:t>
            </a:r>
            <a:br>
              <a:rPr lang="en-GB" dirty="0" smtClean="0"/>
            </a:br>
            <a:r>
              <a:rPr lang="en-GB" i="1" dirty="0" smtClean="0"/>
              <a:t>Expected Output</a:t>
            </a:r>
            <a:r>
              <a:rPr lang="en-GB" dirty="0" smtClean="0"/>
              <a:t> :</a:t>
            </a:r>
            <a:br>
              <a:rPr lang="en-GB" dirty="0" smtClean="0"/>
            </a:br>
            <a:r>
              <a:rPr lang="en-GB" dirty="0" smtClean="0"/>
              <a:t>Maximum element is : 45</a:t>
            </a:r>
            <a:br>
              <a:rPr lang="en-GB" dirty="0" smtClean="0"/>
            </a:br>
            <a:r>
              <a:rPr lang="en-GB" dirty="0" smtClean="0"/>
              <a:t>Minimum element is : 21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1" y="3200400"/>
            <a:ext cx="873296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"/>
            <a:ext cx="8763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/>
              <a:t>10.</a:t>
            </a:r>
            <a:r>
              <a:rPr lang="en-GB" dirty="0" smtClean="0"/>
              <a:t> Write a program in C to separate odd and even integers into separate arrays.</a:t>
            </a:r>
            <a:br>
              <a:rPr lang="en-GB" dirty="0" smtClean="0"/>
            </a:br>
            <a:r>
              <a:rPr lang="en-GB" dirty="0" smtClean="0"/>
              <a:t>Test Data :</a:t>
            </a:r>
            <a:br>
              <a:rPr lang="en-GB" dirty="0" smtClean="0"/>
            </a:br>
            <a:r>
              <a:rPr lang="en-GB" dirty="0" smtClean="0"/>
              <a:t>Input the number of elements to be stored in the array :5</a:t>
            </a:r>
            <a:br>
              <a:rPr lang="en-GB" dirty="0" smtClean="0"/>
            </a:br>
            <a:r>
              <a:rPr lang="en-GB" dirty="0" smtClean="0"/>
              <a:t>Input 5 elements in the array :</a:t>
            </a:r>
            <a:br>
              <a:rPr lang="en-GB" dirty="0" smtClean="0"/>
            </a:br>
            <a:r>
              <a:rPr lang="en-GB" dirty="0" smtClean="0"/>
              <a:t>element - 0 : 25</a:t>
            </a:r>
            <a:br>
              <a:rPr lang="en-GB" dirty="0" smtClean="0"/>
            </a:br>
            <a:r>
              <a:rPr lang="en-GB" dirty="0" smtClean="0"/>
              <a:t>element - 1 : 47</a:t>
            </a:r>
            <a:br>
              <a:rPr lang="en-GB" dirty="0" smtClean="0"/>
            </a:br>
            <a:r>
              <a:rPr lang="en-GB" dirty="0" smtClean="0"/>
              <a:t>element - 2 : 42</a:t>
            </a:r>
            <a:br>
              <a:rPr lang="en-GB" dirty="0" smtClean="0"/>
            </a:br>
            <a:r>
              <a:rPr lang="en-GB" dirty="0" smtClean="0"/>
              <a:t>element - 3 : 56</a:t>
            </a:r>
            <a:br>
              <a:rPr lang="en-GB" dirty="0" smtClean="0"/>
            </a:br>
            <a:r>
              <a:rPr lang="en-GB" dirty="0" smtClean="0"/>
              <a:t>element - 4 : 32</a:t>
            </a:r>
            <a:br>
              <a:rPr lang="en-GB" dirty="0" smtClean="0"/>
            </a:br>
            <a:r>
              <a:rPr lang="en-GB" i="1" dirty="0" smtClean="0"/>
              <a:t>Expected Output</a:t>
            </a:r>
            <a:r>
              <a:rPr lang="en-GB" dirty="0" smtClean="0"/>
              <a:t> :</a:t>
            </a:r>
            <a:br>
              <a:rPr lang="en-GB" dirty="0" smtClean="0"/>
            </a:br>
            <a:r>
              <a:rPr lang="en-GB" dirty="0" smtClean="0"/>
              <a:t>The Even elements are :</a:t>
            </a:r>
            <a:br>
              <a:rPr lang="en-GB" dirty="0" smtClean="0"/>
            </a:br>
            <a:r>
              <a:rPr lang="en-GB" dirty="0" smtClean="0"/>
              <a:t>42 56 32</a:t>
            </a:r>
            <a:br>
              <a:rPr lang="en-GB" dirty="0" smtClean="0"/>
            </a:br>
            <a:r>
              <a:rPr lang="en-GB" dirty="0" smtClean="0"/>
              <a:t>The Odd elements are :</a:t>
            </a:r>
            <a:br>
              <a:rPr lang="en-GB" dirty="0" smtClean="0"/>
            </a:br>
            <a:r>
              <a:rPr lang="en-GB" dirty="0" smtClean="0"/>
              <a:t>25 47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3048000"/>
            <a:ext cx="73914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18</Words>
  <Application>Microsoft Office PowerPoint</Application>
  <PresentationFormat>On-screen Show (4:3)</PresentationFormat>
  <Paragraphs>10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RASHED COMPUTER</dc:creator>
  <cp:lastModifiedBy>RASHED COMPUTER</cp:lastModifiedBy>
  <cp:revision>28</cp:revision>
  <dcterms:created xsi:type="dcterms:W3CDTF">2024-05-18T20:24:14Z</dcterms:created>
  <dcterms:modified xsi:type="dcterms:W3CDTF">2024-05-19T20:24:23Z</dcterms:modified>
</cp:coreProperties>
</file>